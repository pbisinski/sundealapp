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33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1EB65-0453-4BCF-91A0-5C9A0B4BD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C3E32-29AE-45C3-A845-0A7963010A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235D9-4794-4E2E-B0A4-1785214AB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7400-176A-49B2-8768-BC4900D21B90}" type="datetimeFigureOut">
              <a:rPr lang="pl-PL" smtClean="0"/>
              <a:t>2018-04-16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20DEA-45E8-46C7-B1CB-85EA2339C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81E82-1357-4AF8-9263-85C2404DF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7533-8248-4202-80F9-9D76DCCA3CC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27913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C1F49-082C-48A2-8503-67096217D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73D76-1CBA-44A4-BFC0-DFA399963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03CC3-5C03-4A98-B820-8407508B2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7400-176A-49B2-8768-BC4900D21B90}" type="datetimeFigureOut">
              <a:rPr lang="pl-PL" smtClean="0"/>
              <a:t>2018-04-16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ED056-F8C5-4AC3-A657-D242ED59F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25E2E-0C95-4864-8F65-06B69D356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7533-8248-4202-80F9-9D76DCCA3CC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87350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03925-BE33-46E5-819B-5965EDCBA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706E4-D22C-4BA7-B8C8-2054B77AD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C2EA3-DA81-4247-BF4D-9E8776288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7400-176A-49B2-8768-BC4900D21B90}" type="datetimeFigureOut">
              <a:rPr lang="pl-PL" smtClean="0"/>
              <a:t>2018-04-16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D469C-A5A7-4874-B86B-AFB5D16C4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6A6A9-0F31-4684-A41D-D11E4C69E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7533-8248-4202-80F9-9D76DCCA3CC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38239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3B41-FAEC-4CAD-948B-E4EE45C84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BE3A7-1E9C-4763-B543-3949E008A6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63683-5ED2-4ED2-A9B6-46A8906C2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3209A-A26F-450C-9D3B-513C6965D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7400-176A-49B2-8768-BC4900D21B90}" type="datetimeFigureOut">
              <a:rPr lang="pl-PL" smtClean="0"/>
              <a:t>2018-04-16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5D740-356A-4EB1-B163-46CFE2FFE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32E56-47B4-44FB-8368-916996FEB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7533-8248-4202-80F9-9D76DCCA3CC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38044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BEAB5-8CBF-4275-A5A5-D3655166B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90234-C8A1-469B-B3FB-063E677D1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606781-8DBB-4700-88DA-DE0D7F094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C0B901-D60E-41A7-AA1F-D3E6D17355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845814-F991-4A62-8940-7B1B493439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5E5D0A-42D2-4575-A34A-AD6CD3AFE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7400-176A-49B2-8768-BC4900D21B90}" type="datetimeFigureOut">
              <a:rPr lang="pl-PL" smtClean="0"/>
              <a:t>2018-04-16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F4BF3E-056F-4FED-B718-E7D4017E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DEEFCE-F665-4692-9B67-075E687F7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7533-8248-4202-80F9-9D76DCCA3CC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70904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FC872-7080-4ADB-8A38-97F552473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FA3D96-AD60-4EFF-B36B-26B6B4BB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7400-176A-49B2-8768-BC4900D21B90}" type="datetimeFigureOut">
              <a:rPr lang="pl-PL" smtClean="0"/>
              <a:t>2018-04-16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C8096-5E92-47A5-884A-928088AE5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63BC41-4A0F-4B6D-829D-8B44D4C83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7533-8248-4202-80F9-9D76DCCA3CC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14032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9789E6-9CBD-48A9-A466-D9D2F0ECD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7400-176A-49B2-8768-BC4900D21B90}" type="datetimeFigureOut">
              <a:rPr lang="pl-PL" smtClean="0"/>
              <a:t>2018-04-16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79F9D6-E868-4F8E-B83D-972D46279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496DD-6F58-416C-A11F-BF40F8564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7533-8248-4202-80F9-9D76DCCA3CC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02465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301B0-B59E-4677-9EFA-D68A403D9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19A41-6435-47C1-97BC-AAE005989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FA441D-5290-4F4D-B63D-382700653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812417-CD61-4580-820B-89A23F9F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7400-176A-49B2-8768-BC4900D21B90}" type="datetimeFigureOut">
              <a:rPr lang="pl-PL" smtClean="0"/>
              <a:t>2018-04-16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C79217-9619-4261-94BD-19AAF6553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5E92A8-1B61-4CAC-B9D1-1A9E81589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7533-8248-4202-80F9-9D76DCCA3CC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17710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58AA4-78AB-47AA-BE93-9C6047E54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F7003B-44A2-427D-95FC-4727E0F5C6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152056-2806-43DF-B943-43F9B0C21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254F8-929C-4F0B-9D79-C20733DD6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7400-176A-49B2-8768-BC4900D21B90}" type="datetimeFigureOut">
              <a:rPr lang="pl-PL" smtClean="0"/>
              <a:t>2018-04-16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7D35F-788C-40BD-AEB5-B97EFF696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B0025-2CA4-4893-890E-4778ED0AF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7533-8248-4202-80F9-9D76DCCA3CC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3400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CC4A7-8B24-491A-BA8D-ED9A05975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06F95D-A84C-4AFC-87F0-924D938E8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AA010-37B6-457A-A96C-7C0D5E4E4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7400-176A-49B2-8768-BC4900D21B90}" type="datetimeFigureOut">
              <a:rPr lang="pl-PL" smtClean="0"/>
              <a:t>2018-04-16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F88FE-DF38-4EAF-93E8-D7B05FBDB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C9EDA-505B-44BE-A719-74B623672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7533-8248-4202-80F9-9D76DCCA3CC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19301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609F60-F2B6-4B46-8A13-DD94CBA5E5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3C4724-EBD3-49FE-85D0-AC62529D4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767CB-5176-4B5E-BF7C-D25E642D8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F7400-176A-49B2-8768-BC4900D21B90}" type="datetimeFigureOut">
              <a:rPr lang="pl-PL" smtClean="0"/>
              <a:t>2018-04-16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25D24-C585-496D-8E80-F8AE078CF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7E7AF-0E40-47D2-A8E6-A7AE6D3FE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47533-8248-4202-80F9-9D76DCCA3CC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6771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CEDD87-5DC4-4A38-960B-73F2D1232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0E68E-9A8A-459F-BF13-141213380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48407-B33E-4401-B5A7-F2D52EC7D3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F7400-176A-49B2-8768-BC4900D21B90}" type="datetimeFigureOut">
              <a:rPr lang="pl-PL" smtClean="0"/>
              <a:t>2018-04-16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36523-5FF2-481F-9E9B-8A04871967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C316C-0069-4184-A4A4-4AA4E4AEE8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47533-8248-4202-80F9-9D76DCCA3CC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88506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FE09B-F203-4A15-955B-C8B371B837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>
                <a:latin typeface="Eras Light ITC" panose="020B0402030504020804" pitchFamily="34" charset="0"/>
              </a:rPr>
              <a:t>SunDealApp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CCE821-F895-480B-9FA1-419E674C30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pl-PL" dirty="0">
                <a:latin typeface="Eras Light ITC" panose="020B0402030504020804" pitchFamily="34" charset="0"/>
              </a:rPr>
              <a:t>Food sharing</a:t>
            </a:r>
          </a:p>
        </p:txBody>
      </p:sp>
      <p:pic>
        <p:nvPicPr>
          <p:cNvPr id="5" name="Graphic 4" descr="Sun">
            <a:extLst>
              <a:ext uri="{FF2B5EF4-FFF2-40B4-BE49-F238E27FC236}">
                <a16:creationId xmlns:a16="http://schemas.microsoft.com/office/drawing/2014/main" id="{104BE051-D929-427B-BB4D-62BE019BC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693" y="1277105"/>
            <a:ext cx="5039289" cy="503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09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88DB1B8-C8FC-4DBF-A83E-6C8328AED1CE}"/>
              </a:ext>
            </a:extLst>
          </p:cNvPr>
          <p:cNvSpPr txBox="1"/>
          <p:nvPr/>
        </p:nvSpPr>
        <p:spPr>
          <a:xfrm>
            <a:off x="711636" y="3739273"/>
            <a:ext cx="109347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5400" dirty="0">
                <a:latin typeface="Segoe UI Light" panose="020B0502040204020203" pitchFamily="34" charset="0"/>
              </a:rPr>
              <a:t>Podziel się w niedzielę.</a:t>
            </a:r>
          </a:p>
          <a:p>
            <a:r>
              <a:rPr lang="pl-PL" sz="5400" dirty="0">
                <a:latin typeface="Segoe UI Light" panose="020B0502040204020203" pitchFamily="34" charset="0"/>
              </a:rPr>
              <a:t>Zdobądź to czego potrzebujesz.</a:t>
            </a:r>
          </a:p>
        </p:txBody>
      </p:sp>
      <p:pic>
        <p:nvPicPr>
          <p:cNvPr id="9" name="Graphic 8" descr="Man">
            <a:extLst>
              <a:ext uri="{FF2B5EF4-FFF2-40B4-BE49-F238E27FC236}">
                <a16:creationId xmlns:a16="http://schemas.microsoft.com/office/drawing/2014/main" id="{D5FB619A-DBED-4CCE-9907-05CE20460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64863" y="653233"/>
            <a:ext cx="2585323" cy="2585323"/>
          </a:xfrm>
          <a:prstGeom prst="rect">
            <a:avLst/>
          </a:prstGeom>
        </p:spPr>
      </p:pic>
      <p:pic>
        <p:nvPicPr>
          <p:cNvPr id="11" name="Graphic 10" descr="Man">
            <a:extLst>
              <a:ext uri="{FF2B5EF4-FFF2-40B4-BE49-F238E27FC236}">
                <a16:creationId xmlns:a16="http://schemas.microsoft.com/office/drawing/2014/main" id="{1EB56172-EF93-435D-A8A9-B7AEEA13C3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3032" y="681779"/>
            <a:ext cx="2585323" cy="2585323"/>
          </a:xfrm>
          <a:prstGeom prst="rect">
            <a:avLst/>
          </a:prstGeom>
        </p:spPr>
      </p:pic>
      <p:pic>
        <p:nvPicPr>
          <p:cNvPr id="18" name="Graphic 17" descr="Line Arrow: Straight">
            <a:extLst>
              <a:ext uri="{FF2B5EF4-FFF2-40B4-BE49-F238E27FC236}">
                <a16:creationId xmlns:a16="http://schemas.microsoft.com/office/drawing/2014/main" id="{21FB4124-FF2F-4C88-87C4-AE3B81C992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08493" y="1945894"/>
            <a:ext cx="914400" cy="914400"/>
          </a:xfrm>
          <a:prstGeom prst="rect">
            <a:avLst/>
          </a:prstGeom>
        </p:spPr>
      </p:pic>
      <p:pic>
        <p:nvPicPr>
          <p:cNvPr id="19" name="Graphic 18" descr="Line Arrow: Straight">
            <a:extLst>
              <a:ext uri="{FF2B5EF4-FFF2-40B4-BE49-F238E27FC236}">
                <a16:creationId xmlns:a16="http://schemas.microsoft.com/office/drawing/2014/main" id="{B2EE6AF8-D44F-4DCC-80C5-60523A41EA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2600324" y="15172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395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2.96296E-6 L -0.25 -2.96296E-6 " pathEditMode="relative" rAng="0" ptsTypes="AA">
                                      <p:cBhvr>
                                        <p:cTn id="6" dur="1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2.96296E-6 L 0.25 -2.96296E-6 " pathEditMode="relative" rAng="0" ptsTypes="AA">
                                      <p:cBhvr>
                                        <p:cTn id="8" dur="1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70CDE3-41E3-4144-AE72-53AB140A0F60}"/>
              </a:ext>
            </a:extLst>
          </p:cNvPr>
          <p:cNvSpPr txBox="1"/>
          <p:nvPr/>
        </p:nvSpPr>
        <p:spPr>
          <a:xfrm>
            <a:off x="6066969" y="655861"/>
            <a:ext cx="53702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4000" dirty="0">
                <a:solidFill>
                  <a:srgbClr val="00B0F0"/>
                </a:solidFill>
                <a:latin typeface="Segoe UI Light" panose="020B0502040204020203" pitchFamily="34" charset="0"/>
              </a:rPr>
              <a:t>Łatwo i szybko. </a:t>
            </a:r>
          </a:p>
          <a:p>
            <a:pPr algn="just"/>
            <a:r>
              <a:rPr lang="pl-PL" dirty="0">
                <a:latin typeface="Segoe UI Light" panose="020B0502040204020203" pitchFamily="34" charset="0"/>
              </a:rPr>
              <a:t>W prosty sposób wymień się produktami, zdobądź to czego potrzebujesz, nawet kiedy sklepy są zamknięte.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9B03A4-806A-4843-843A-DF3B8590B1D8}"/>
              </a:ext>
            </a:extLst>
          </p:cNvPr>
          <p:cNvSpPr txBox="1"/>
          <p:nvPr/>
        </p:nvSpPr>
        <p:spPr>
          <a:xfrm>
            <a:off x="449941" y="2061983"/>
            <a:ext cx="53702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000" dirty="0">
                <a:solidFill>
                  <a:srgbClr val="00B0F0"/>
                </a:solidFill>
                <a:latin typeface="Segoe UI Light" panose="020B0502040204020203" pitchFamily="34" charset="0"/>
              </a:rPr>
              <a:t>Bądź eko. </a:t>
            </a:r>
          </a:p>
          <a:p>
            <a:r>
              <a:rPr lang="pl-PL" dirty="0">
                <a:latin typeface="Segoe UI Light" panose="020B0502040204020203" pitchFamily="34" charset="0"/>
              </a:rPr>
              <a:t>Nie marnuj jedzenia.</a:t>
            </a:r>
          </a:p>
          <a:p>
            <a:endParaRPr lang="pl-PL" dirty="0">
              <a:latin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BCE024-B44D-47F5-8A2D-6ACCA3FD959A}"/>
              </a:ext>
            </a:extLst>
          </p:cNvPr>
          <p:cNvSpPr txBox="1"/>
          <p:nvPr/>
        </p:nvSpPr>
        <p:spPr>
          <a:xfrm>
            <a:off x="449941" y="4324701"/>
            <a:ext cx="678905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000" dirty="0">
                <a:solidFill>
                  <a:srgbClr val="00B0F0"/>
                </a:solidFill>
                <a:latin typeface="Segoe UI Light" panose="020B0502040204020203" pitchFamily="34" charset="0"/>
              </a:rPr>
              <a:t>Smacznie, </a:t>
            </a:r>
          </a:p>
          <a:p>
            <a:r>
              <a:rPr lang="pl-PL" sz="4000" dirty="0">
                <a:solidFill>
                  <a:srgbClr val="00B0F0"/>
                </a:solidFill>
                <a:latin typeface="Segoe UI Light" panose="020B0502040204020203" pitchFamily="34" charset="0"/>
              </a:rPr>
              <a:t>jak u mamy. </a:t>
            </a:r>
          </a:p>
          <a:p>
            <a:r>
              <a:rPr lang="pl-PL" dirty="0">
                <a:latin typeface="Segoe UI Light" panose="020B0502040204020203" pitchFamily="34" charset="0"/>
              </a:rPr>
              <a:t>Podziel się gotowym, domowym posiłkiem.</a:t>
            </a:r>
          </a:p>
          <a:p>
            <a:endParaRPr lang="pl-PL" dirty="0">
              <a:latin typeface="Segoe UI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EFEAA6-265D-44BA-8E06-559C413E57A8}"/>
              </a:ext>
            </a:extLst>
          </p:cNvPr>
          <p:cNvSpPr txBox="1"/>
          <p:nvPr/>
        </p:nvSpPr>
        <p:spPr>
          <a:xfrm>
            <a:off x="6066969" y="3176842"/>
            <a:ext cx="545737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000" dirty="0">
                <a:solidFill>
                  <a:srgbClr val="00B0F0"/>
                </a:solidFill>
                <a:latin typeface="Segoe UI Light" panose="020B0502040204020203" pitchFamily="34" charset="0"/>
              </a:rPr>
              <a:t>Poznaj swoich sąsiadów. </a:t>
            </a:r>
          </a:p>
          <a:p>
            <a:r>
              <a:rPr lang="pl-PL" dirty="0">
                <a:latin typeface="Segoe UI Light" panose="020B0502040204020203" pitchFamily="34" charset="0"/>
              </a:rPr>
              <a:t>Nie da ci tego Lidl, nie da ci tego Żabka, </a:t>
            </a:r>
          </a:p>
          <a:p>
            <a:r>
              <a:rPr lang="pl-PL" dirty="0">
                <a:latin typeface="Segoe UI Light" panose="020B0502040204020203" pitchFamily="34" charset="0"/>
              </a:rPr>
              <a:t>co może dać Ci dzisiaj nasza SunDealApp’ka.</a:t>
            </a:r>
          </a:p>
        </p:txBody>
      </p:sp>
      <p:pic>
        <p:nvPicPr>
          <p:cNvPr id="11" name="Graphic 10" descr="Team">
            <a:extLst>
              <a:ext uri="{FF2B5EF4-FFF2-40B4-BE49-F238E27FC236}">
                <a16:creationId xmlns:a16="http://schemas.microsoft.com/office/drawing/2014/main" id="{50BEF1A6-7638-45EA-AF79-67ACE0B1E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8870" y="3307421"/>
            <a:ext cx="1000725" cy="1000725"/>
          </a:xfrm>
          <a:prstGeom prst="rect">
            <a:avLst/>
          </a:prstGeom>
        </p:spPr>
      </p:pic>
      <p:pic>
        <p:nvPicPr>
          <p:cNvPr id="13" name="Graphic 12" descr="Repeat">
            <a:extLst>
              <a:ext uri="{FF2B5EF4-FFF2-40B4-BE49-F238E27FC236}">
                <a16:creationId xmlns:a16="http://schemas.microsoft.com/office/drawing/2014/main" id="{0EE69016-2223-4D55-A29D-E1DD477A63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2032" y="2080064"/>
            <a:ext cx="914400" cy="914400"/>
          </a:xfrm>
          <a:prstGeom prst="rect">
            <a:avLst/>
          </a:prstGeom>
        </p:spPr>
      </p:pic>
      <p:pic>
        <p:nvPicPr>
          <p:cNvPr id="17" name="Graphic 16" descr="Thumbs Up Sign">
            <a:extLst>
              <a:ext uri="{FF2B5EF4-FFF2-40B4-BE49-F238E27FC236}">
                <a16:creationId xmlns:a16="http://schemas.microsoft.com/office/drawing/2014/main" id="{D48A8CBF-0A71-4723-9BEC-A60E51B9E4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58870" y="844117"/>
            <a:ext cx="914400" cy="914400"/>
          </a:xfrm>
          <a:prstGeom prst="rect">
            <a:avLst/>
          </a:prstGeom>
        </p:spPr>
      </p:pic>
      <p:pic>
        <p:nvPicPr>
          <p:cNvPr id="21" name="Graphic 20" descr="Fork and knife">
            <a:extLst>
              <a:ext uri="{FF2B5EF4-FFF2-40B4-BE49-F238E27FC236}">
                <a16:creationId xmlns:a16="http://schemas.microsoft.com/office/drawing/2014/main" id="{0A9943FC-FC70-43A6-A82F-D394BD49FE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45195" y="462110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318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BE7CE7-F67C-400E-B616-704B767DE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5" y="217715"/>
            <a:ext cx="4223426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842453-2098-4011-BA6A-11A2DF183F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7731" y="217715"/>
            <a:ext cx="423654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12F8AA-6D0A-4151-B7D8-4197B8A609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461" y="217715"/>
            <a:ext cx="423654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EB532AD-1CE5-4626-8D32-2B6E2E430575}"/>
              </a:ext>
            </a:extLst>
          </p:cNvPr>
          <p:cNvSpPr txBox="1"/>
          <p:nvPr/>
        </p:nvSpPr>
        <p:spPr>
          <a:xfrm>
            <a:off x="811169" y="6455619"/>
            <a:ext cx="3425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latin typeface="Segoe UI Light" panose="020B0502040204020203" pitchFamily="34" charset="0"/>
              </a:rPr>
              <a:t>Intuicyjne wyszukiwanie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F3DC4C-4865-48AD-A2E9-10A01B457A06}"/>
              </a:ext>
            </a:extLst>
          </p:cNvPr>
          <p:cNvSpPr txBox="1"/>
          <p:nvPr/>
        </p:nvSpPr>
        <p:spPr>
          <a:xfrm>
            <a:off x="4869515" y="6412860"/>
            <a:ext cx="325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latin typeface="Segoe UI Light" panose="020B0502040204020203" pitchFamily="34" charset="0"/>
              </a:rPr>
              <a:t>Prosty panel użytkownika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518F23-8DB7-48A0-82E7-3A4761F5A4BC}"/>
              </a:ext>
            </a:extLst>
          </p:cNvPr>
          <p:cNvSpPr txBox="1"/>
          <p:nvPr/>
        </p:nvSpPr>
        <p:spPr>
          <a:xfrm>
            <a:off x="8969829" y="6412860"/>
            <a:ext cx="3222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latin typeface="Segoe UI Light" panose="020B0502040204020203" pitchFamily="34" charset="0"/>
              </a:rPr>
              <a:t>Szybkie dodawanie</a:t>
            </a:r>
          </a:p>
        </p:txBody>
      </p:sp>
    </p:spTree>
    <p:extLst>
      <p:ext uri="{BB962C8B-B14F-4D97-AF65-F5344CB8AC3E}">
        <p14:creationId xmlns:p14="http://schemas.microsoft.com/office/powerpoint/2010/main" val="3321444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F14EFFD-F4F5-44D8-BF8F-0BD388124B31}"/>
              </a:ext>
            </a:extLst>
          </p:cNvPr>
          <p:cNvSpPr txBox="1"/>
          <p:nvPr/>
        </p:nvSpPr>
        <p:spPr>
          <a:xfrm>
            <a:off x="827315" y="357257"/>
            <a:ext cx="63862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000" dirty="0">
                <a:latin typeface="Segoe UI Light" panose="020B0502040204020203" pitchFamily="34" charset="0"/>
              </a:rPr>
              <a:t>Skład zespołu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FD36D2-7677-4E98-91BF-00C4A9554B3D}"/>
              </a:ext>
            </a:extLst>
          </p:cNvPr>
          <p:cNvCxnSpPr/>
          <p:nvPr/>
        </p:nvCxnSpPr>
        <p:spPr>
          <a:xfrm>
            <a:off x="827314" y="1094171"/>
            <a:ext cx="105373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74FC5A4-E0BD-44E8-82CE-E1566C7E0A12}"/>
              </a:ext>
            </a:extLst>
          </p:cNvPr>
          <p:cNvSpPr txBox="1"/>
          <p:nvPr/>
        </p:nvSpPr>
        <p:spPr>
          <a:xfrm>
            <a:off x="827311" y="1596571"/>
            <a:ext cx="492034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dirty="0">
                <a:solidFill>
                  <a:srgbClr val="00B0F0"/>
                </a:solidFill>
                <a:latin typeface="Segoe UI Light" panose="020B0502040204020203" pitchFamily="34" charset="0"/>
              </a:rPr>
              <a:t>Przemysław BISIN Bisiński</a:t>
            </a:r>
          </a:p>
          <a:p>
            <a:r>
              <a:rPr lang="pl-PL" dirty="0">
                <a:latin typeface="Segoe UI Light" panose="020B0502040204020203" pitchFamily="34" charset="0"/>
              </a:rPr>
              <a:t>Funkcjonalność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017B4A-D900-4BB3-B031-B02A354C3A72}"/>
              </a:ext>
            </a:extLst>
          </p:cNvPr>
          <p:cNvSpPr txBox="1"/>
          <p:nvPr/>
        </p:nvSpPr>
        <p:spPr>
          <a:xfrm>
            <a:off x="827311" y="3059668"/>
            <a:ext cx="492034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dirty="0">
                <a:solidFill>
                  <a:srgbClr val="00B0F0"/>
                </a:solidFill>
                <a:latin typeface="Segoe UI Light" panose="020B0502040204020203" pitchFamily="34" charset="0"/>
              </a:rPr>
              <a:t>Mateusz SADZIK Sadzik</a:t>
            </a:r>
          </a:p>
          <a:p>
            <a:r>
              <a:rPr lang="pl-PL" dirty="0">
                <a:latin typeface="Segoe UI Light" panose="020B0502040204020203" pitchFamily="34" charset="0"/>
              </a:rPr>
              <a:t>Interfejs, innowacyjność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361D5F-2C94-40A0-AF33-8E2A496065E2}"/>
              </a:ext>
            </a:extLst>
          </p:cNvPr>
          <p:cNvSpPr txBox="1"/>
          <p:nvPr/>
        </p:nvSpPr>
        <p:spPr>
          <a:xfrm>
            <a:off x="827312" y="4522765"/>
            <a:ext cx="492034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dirty="0">
                <a:solidFill>
                  <a:srgbClr val="00B0F0"/>
                </a:solidFill>
                <a:latin typeface="Segoe UI Light" panose="020B0502040204020203" pitchFamily="34" charset="0"/>
              </a:rPr>
              <a:t>Bartek BUDYŃ Budzynowski</a:t>
            </a:r>
          </a:p>
          <a:p>
            <a:r>
              <a:rPr lang="pl-PL" dirty="0">
                <a:latin typeface="Segoe UI Light" panose="020B0502040204020203" pitchFamily="34" charset="0"/>
              </a:rPr>
              <a:t>Interfejs, funkcjonalność</a:t>
            </a:r>
          </a:p>
        </p:txBody>
      </p:sp>
    </p:spTree>
    <p:extLst>
      <p:ext uri="{BB962C8B-B14F-4D97-AF65-F5344CB8AC3E}">
        <p14:creationId xmlns:p14="http://schemas.microsoft.com/office/powerpoint/2010/main" val="1507158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F14EFFD-F4F5-44D8-BF8F-0BD388124B31}"/>
              </a:ext>
            </a:extLst>
          </p:cNvPr>
          <p:cNvSpPr txBox="1"/>
          <p:nvPr/>
        </p:nvSpPr>
        <p:spPr>
          <a:xfrm>
            <a:off x="827315" y="357257"/>
            <a:ext cx="63862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000" dirty="0">
                <a:latin typeface="Segoe UI Light" panose="020B0502040204020203" pitchFamily="34" charset="0"/>
              </a:rPr>
              <a:t>Harmonogram prac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FD36D2-7677-4E98-91BF-00C4A9554B3D}"/>
              </a:ext>
            </a:extLst>
          </p:cNvPr>
          <p:cNvCxnSpPr/>
          <p:nvPr/>
        </p:nvCxnSpPr>
        <p:spPr>
          <a:xfrm>
            <a:off x="827314" y="1094171"/>
            <a:ext cx="105373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580A688-5F9C-4304-BEBD-6D3B032469D3}"/>
              </a:ext>
            </a:extLst>
          </p:cNvPr>
          <p:cNvSpPr txBox="1"/>
          <p:nvPr/>
        </p:nvSpPr>
        <p:spPr>
          <a:xfrm>
            <a:off x="1074057" y="1625600"/>
            <a:ext cx="64298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l-PL" sz="2400" dirty="0">
                <a:latin typeface="Segoe UI Light" panose="020B0502040204020203" pitchFamily="34" charset="0"/>
              </a:rPr>
              <a:t>Utworzenie szablonów interfejsów użytkownika</a:t>
            </a:r>
          </a:p>
          <a:p>
            <a:pPr marL="342900" indent="-342900">
              <a:buFont typeface="+mj-lt"/>
              <a:buAutoNum type="arabicPeriod"/>
            </a:pPr>
            <a:r>
              <a:rPr lang="pl-PL" sz="2400" dirty="0">
                <a:latin typeface="Segoe UI Light" panose="020B0502040204020203" pitchFamily="34" charset="0"/>
              </a:rPr>
              <a:t>Dodanie funkcjonalności poszczególnym interfejsom</a:t>
            </a:r>
          </a:p>
          <a:p>
            <a:pPr marL="342900" indent="-342900">
              <a:buFont typeface="+mj-lt"/>
              <a:buAutoNum type="arabicPeriod"/>
            </a:pPr>
            <a:r>
              <a:rPr lang="pl-PL" sz="2400" dirty="0">
                <a:latin typeface="Segoe UI Light" panose="020B0502040204020203" pitchFamily="34" charset="0"/>
              </a:rPr>
              <a:t>Współpraca interfejsów</a:t>
            </a:r>
          </a:p>
          <a:p>
            <a:pPr marL="342900" indent="-342900">
              <a:buFont typeface="+mj-lt"/>
              <a:buAutoNum type="arabicPeriod"/>
            </a:pPr>
            <a:r>
              <a:rPr lang="pl-PL" sz="2400" dirty="0">
                <a:latin typeface="Segoe UI Light" panose="020B0502040204020203" pitchFamily="34" charset="0"/>
              </a:rPr>
              <a:t>Prace nad geolokalizacją</a:t>
            </a:r>
          </a:p>
          <a:p>
            <a:pPr marL="342900" indent="-342900">
              <a:buFont typeface="+mj-lt"/>
              <a:buAutoNum type="arabicPeriod"/>
            </a:pPr>
            <a:r>
              <a:rPr lang="pl-PL" sz="2400" dirty="0">
                <a:latin typeface="Segoe UI Light" panose="020B0502040204020203" pitchFamily="34" charset="0"/>
              </a:rPr>
              <a:t>Testy i udoskonalanie</a:t>
            </a:r>
          </a:p>
          <a:p>
            <a:pPr marL="342900" indent="-342900">
              <a:buFont typeface="+mj-lt"/>
              <a:buAutoNum type="arabicPeriod"/>
            </a:pPr>
            <a:r>
              <a:rPr lang="pl-PL" sz="2400" dirty="0">
                <a:latin typeface="Segoe UI Light" panose="020B0502040204020203" pitchFamily="34" charset="0"/>
              </a:rPr>
              <a:t>Prezentacja zadania projektowego</a:t>
            </a:r>
          </a:p>
        </p:txBody>
      </p:sp>
    </p:spTree>
    <p:extLst>
      <p:ext uri="{BB962C8B-B14F-4D97-AF65-F5344CB8AC3E}">
        <p14:creationId xmlns:p14="http://schemas.microsoft.com/office/powerpoint/2010/main" val="2557504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125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Eras Light ITC</vt:lpstr>
      <vt:lpstr>Segoe UI Light</vt:lpstr>
      <vt:lpstr>Office Theme</vt:lpstr>
      <vt:lpstr>SunDealApp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SunDealApp</dc:title>
  <dc:creator>Przemek</dc:creator>
  <cp:lastModifiedBy>Przemek</cp:lastModifiedBy>
  <cp:revision>37</cp:revision>
  <dcterms:created xsi:type="dcterms:W3CDTF">2018-04-16T19:32:01Z</dcterms:created>
  <dcterms:modified xsi:type="dcterms:W3CDTF">2018-04-16T22:25:19Z</dcterms:modified>
</cp:coreProperties>
</file>